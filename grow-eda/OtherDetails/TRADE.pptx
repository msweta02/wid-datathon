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53563-237A-4630-BC2F-AFE8646FC819}" v="12" dt="2026-08-24T07:56:0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ah ahmed" userId="54d3bbbd9d0676c4" providerId="LiveId" clId="{492C72C8-E416-4530-A2F8-E599A5BE7333}"/>
    <pc:docChg chg="custSel addSld modSld sldOrd">
      <pc:chgData name="farah ahmed" userId="54d3bbbd9d0676c4" providerId="LiveId" clId="{492C72C8-E416-4530-A2F8-E599A5BE7333}" dt="2026-08-24T07:58:45.831" v="658" actId="693"/>
      <pc:docMkLst>
        <pc:docMk/>
      </pc:docMkLst>
      <pc:sldChg chg="delSp modSp mod setBg">
        <pc:chgData name="farah ahmed" userId="54d3bbbd9d0676c4" providerId="LiveId" clId="{492C72C8-E416-4530-A2F8-E599A5BE7333}" dt="2026-08-24T05:51:27.509" v="586" actId="403"/>
        <pc:sldMkLst>
          <pc:docMk/>
          <pc:sldMk cId="2884486166" sldId="256"/>
        </pc:sldMkLst>
        <pc:spChg chg="mod">
          <ac:chgData name="farah ahmed" userId="54d3bbbd9d0676c4" providerId="LiveId" clId="{492C72C8-E416-4530-A2F8-E599A5BE7333}" dt="2026-08-24T05:51:27.509" v="586" actId="403"/>
          <ac:spMkLst>
            <pc:docMk/>
            <pc:sldMk cId="2884486166" sldId="256"/>
            <ac:spMk id="2" creationId="{7F1C455F-934E-AC98-50BD-BB0028DA8131}"/>
          </ac:spMkLst>
        </pc:spChg>
        <pc:spChg chg="del">
          <ac:chgData name="farah ahmed" userId="54d3bbbd9d0676c4" providerId="LiveId" clId="{492C72C8-E416-4530-A2F8-E599A5BE7333}" dt="2026-08-24T05:49:48.660" v="507" actId="21"/>
          <ac:spMkLst>
            <pc:docMk/>
            <pc:sldMk cId="2884486166" sldId="256"/>
            <ac:spMk id="3" creationId="{5CE3D96B-0139-66FA-96FD-6CBCEAD6D0E2}"/>
          </ac:spMkLst>
        </pc:spChg>
      </pc:sldChg>
      <pc:sldChg chg="addSp modSp mod setBg">
        <pc:chgData name="farah ahmed" userId="54d3bbbd9d0676c4" providerId="LiveId" clId="{492C72C8-E416-4530-A2F8-E599A5BE7333}" dt="2026-08-24T05:49:24.907" v="506"/>
        <pc:sldMkLst>
          <pc:docMk/>
          <pc:sldMk cId="1446152038" sldId="257"/>
        </pc:sldMkLst>
        <pc:spChg chg="add mod">
          <ac:chgData name="farah ahmed" userId="54d3bbbd9d0676c4" providerId="LiveId" clId="{492C72C8-E416-4530-A2F8-E599A5BE7333}" dt="2026-08-24T05:29:56.754" v="40" actId="207"/>
          <ac:spMkLst>
            <pc:docMk/>
            <pc:sldMk cId="1446152038" sldId="257"/>
            <ac:spMk id="4" creationId="{5F7EE4C4-5F46-54A4-C016-092E61BCCF79}"/>
          </ac:spMkLst>
        </pc:spChg>
        <pc:picChg chg="add mod">
          <ac:chgData name="farah ahmed" userId="54d3bbbd9d0676c4" providerId="LiveId" clId="{492C72C8-E416-4530-A2F8-E599A5BE7333}" dt="2026-08-24T05:28:18.679" v="2" actId="14100"/>
          <ac:picMkLst>
            <pc:docMk/>
            <pc:sldMk cId="1446152038" sldId="257"/>
            <ac:picMk id="3" creationId="{EC0FD4E5-6226-4ACC-21D1-8ADB983ABB75}"/>
          </ac:picMkLst>
        </pc:picChg>
      </pc:sldChg>
      <pc:sldChg chg="addSp modSp mod">
        <pc:chgData name="farah ahmed" userId="54d3bbbd9d0676c4" providerId="LiveId" clId="{492C72C8-E416-4530-A2F8-E599A5BE7333}" dt="2026-08-24T07:47:42.338" v="626" actId="20577"/>
        <pc:sldMkLst>
          <pc:docMk/>
          <pc:sldMk cId="3088951755" sldId="258"/>
        </pc:sldMkLst>
        <pc:spChg chg="add mod">
          <ac:chgData name="farah ahmed" userId="54d3bbbd9d0676c4" providerId="LiveId" clId="{492C72C8-E416-4530-A2F8-E599A5BE7333}" dt="2026-08-24T07:47:42.338" v="626" actId="20577"/>
          <ac:spMkLst>
            <pc:docMk/>
            <pc:sldMk cId="3088951755" sldId="258"/>
            <ac:spMk id="4" creationId="{F8594D7B-757B-F490-C5CE-99A162750CE3}"/>
          </ac:spMkLst>
        </pc:spChg>
        <pc:spChg chg="add mod">
          <ac:chgData name="farah ahmed" userId="54d3bbbd9d0676c4" providerId="LiveId" clId="{492C72C8-E416-4530-A2F8-E599A5BE7333}" dt="2026-08-24T05:50:10.927" v="520" actId="1076"/>
          <ac:spMkLst>
            <pc:docMk/>
            <pc:sldMk cId="3088951755" sldId="258"/>
            <ac:spMk id="5" creationId="{7109F704-EC28-4C9D-F711-098C07502FFB}"/>
          </ac:spMkLst>
        </pc:spChg>
        <pc:picChg chg="add mod">
          <ac:chgData name="farah ahmed" userId="54d3bbbd9d0676c4" providerId="LiveId" clId="{492C72C8-E416-4530-A2F8-E599A5BE7333}" dt="2026-08-24T05:28:37.639" v="3" actId="931"/>
          <ac:picMkLst>
            <pc:docMk/>
            <pc:sldMk cId="3088951755" sldId="258"/>
            <ac:picMk id="3" creationId="{C83E226D-0F52-A50D-2B0A-51E9045E56F2}"/>
          </ac:picMkLst>
        </pc:picChg>
      </pc:sldChg>
      <pc:sldChg chg="addSp modSp mod">
        <pc:chgData name="farah ahmed" userId="54d3bbbd9d0676c4" providerId="LiveId" clId="{492C72C8-E416-4530-A2F8-E599A5BE7333}" dt="2026-08-24T05:52:53.796" v="603"/>
        <pc:sldMkLst>
          <pc:docMk/>
          <pc:sldMk cId="1492570842" sldId="259"/>
        </pc:sldMkLst>
        <pc:spChg chg="add mod">
          <ac:chgData name="farah ahmed" userId="54d3bbbd9d0676c4" providerId="LiveId" clId="{492C72C8-E416-4530-A2F8-E599A5BE7333}" dt="2026-08-24T05:50:46.696" v="564" actId="1076"/>
          <ac:spMkLst>
            <pc:docMk/>
            <pc:sldMk cId="1492570842" sldId="259"/>
            <ac:spMk id="5" creationId="{AF05D65D-73DC-27BA-9835-0F0CA8E5AC2E}"/>
          </ac:spMkLst>
        </pc:spChg>
        <pc:picChg chg="add mod">
          <ac:chgData name="farah ahmed" userId="54d3bbbd9d0676c4" providerId="LiveId" clId="{492C72C8-E416-4530-A2F8-E599A5BE7333}" dt="2026-08-24T05:52:53.796" v="603"/>
          <ac:picMkLst>
            <pc:docMk/>
            <pc:sldMk cId="1492570842" sldId="259"/>
            <ac:picMk id="3" creationId="{1D8402A9-BF23-566D-B1EC-A44DEC1CAC5F}"/>
          </ac:picMkLst>
        </pc:picChg>
      </pc:sldChg>
      <pc:sldChg chg="addSp modSp mod">
        <pc:chgData name="farah ahmed" userId="54d3bbbd9d0676c4" providerId="LiveId" clId="{492C72C8-E416-4530-A2F8-E599A5BE7333}" dt="2026-08-24T05:30:39.936" v="67" actId="20577"/>
        <pc:sldMkLst>
          <pc:docMk/>
          <pc:sldMk cId="3403771853" sldId="260"/>
        </pc:sldMkLst>
        <pc:spChg chg="add mod">
          <ac:chgData name="farah ahmed" userId="54d3bbbd9d0676c4" providerId="LiveId" clId="{492C72C8-E416-4530-A2F8-E599A5BE7333}" dt="2026-08-24T05:30:39.936" v="67" actId="20577"/>
          <ac:spMkLst>
            <pc:docMk/>
            <pc:sldMk cId="3403771853" sldId="260"/>
            <ac:spMk id="3" creationId="{3897A525-772B-99D3-D039-BAFE850365EB}"/>
          </ac:spMkLst>
        </pc:spChg>
        <pc:picChg chg="add mod">
          <ac:chgData name="farah ahmed" userId="54d3bbbd9d0676c4" providerId="LiveId" clId="{492C72C8-E416-4530-A2F8-E599A5BE7333}" dt="2026-08-24T05:30:37.188" v="66" actId="1076"/>
          <ac:picMkLst>
            <pc:docMk/>
            <pc:sldMk cId="3403771853" sldId="260"/>
            <ac:picMk id="5" creationId="{F7B81B51-C891-5AE0-90D8-7F350E6AA9A6}"/>
          </ac:picMkLst>
        </pc:picChg>
      </pc:sldChg>
      <pc:sldChg chg="addSp modSp new mod">
        <pc:chgData name="farah ahmed" userId="54d3bbbd9d0676c4" providerId="LiveId" clId="{492C72C8-E416-4530-A2F8-E599A5BE7333}" dt="2026-08-24T07:47:49.697" v="627" actId="22"/>
        <pc:sldMkLst>
          <pc:docMk/>
          <pc:sldMk cId="2945049441" sldId="261"/>
        </pc:sldMkLst>
        <pc:spChg chg="add">
          <ac:chgData name="farah ahmed" userId="54d3bbbd9d0676c4" providerId="LiveId" clId="{492C72C8-E416-4530-A2F8-E599A5BE7333}" dt="2026-08-24T07:47:49.697" v="627" actId="22"/>
          <ac:spMkLst>
            <pc:docMk/>
            <pc:sldMk cId="2945049441" sldId="261"/>
            <ac:spMk id="4" creationId="{64E334E9-AD56-9820-DF66-2C73CCEF2990}"/>
          </ac:spMkLst>
        </pc:spChg>
        <pc:spChg chg="add mod">
          <ac:chgData name="farah ahmed" userId="54d3bbbd9d0676c4" providerId="LiveId" clId="{492C72C8-E416-4530-A2F8-E599A5BE7333}" dt="2026-08-24T05:51:18.401" v="581" actId="20577"/>
          <ac:spMkLst>
            <pc:docMk/>
            <pc:sldMk cId="2945049441" sldId="261"/>
            <ac:spMk id="5" creationId="{53423F3A-3461-A079-374E-950D040D7AF6}"/>
          </ac:spMkLst>
        </pc:spChg>
        <pc:picChg chg="add mod">
          <ac:chgData name="farah ahmed" userId="54d3bbbd9d0676c4" providerId="LiveId" clId="{492C72C8-E416-4530-A2F8-E599A5BE7333}" dt="2026-08-24T05:30:58.597" v="69" actId="1076"/>
          <ac:picMkLst>
            <pc:docMk/>
            <pc:sldMk cId="2945049441" sldId="261"/>
            <ac:picMk id="3" creationId="{F47670C3-39A4-8A19-D83B-934E6C339984}"/>
          </ac:picMkLst>
        </pc:picChg>
      </pc:sldChg>
      <pc:sldChg chg="addSp modSp new mod">
        <pc:chgData name="farah ahmed" userId="54d3bbbd9d0676c4" providerId="LiveId" clId="{492C72C8-E416-4530-A2F8-E599A5BE7333}" dt="2026-08-24T05:52:47.768" v="602"/>
        <pc:sldMkLst>
          <pc:docMk/>
          <pc:sldMk cId="4276006109" sldId="262"/>
        </pc:sldMkLst>
        <pc:spChg chg="add mod">
          <ac:chgData name="farah ahmed" userId="54d3bbbd9d0676c4" providerId="LiveId" clId="{492C72C8-E416-4530-A2F8-E599A5BE7333}" dt="2026-08-24T05:50:59.765" v="575" actId="20577"/>
          <ac:spMkLst>
            <pc:docMk/>
            <pc:sldMk cId="4276006109" sldId="262"/>
            <ac:spMk id="5" creationId="{B8B07FF1-6BB2-79A2-DF2E-0F79034558B4}"/>
          </ac:spMkLst>
        </pc:spChg>
        <pc:picChg chg="add mod">
          <ac:chgData name="farah ahmed" userId="54d3bbbd9d0676c4" providerId="LiveId" clId="{492C72C8-E416-4530-A2F8-E599A5BE7333}" dt="2026-08-24T05:52:47.768" v="602"/>
          <ac:picMkLst>
            <pc:docMk/>
            <pc:sldMk cId="4276006109" sldId="262"/>
            <ac:picMk id="3" creationId="{EFB40E27-41F2-B26E-B2A4-37E08177255D}"/>
          </ac:picMkLst>
        </pc:picChg>
      </pc:sldChg>
      <pc:sldChg chg="addSp modSp new mod">
        <pc:chgData name="farah ahmed" userId="54d3bbbd9d0676c4" providerId="LiveId" clId="{492C72C8-E416-4530-A2F8-E599A5BE7333}" dt="2026-08-24T07:56:10.282" v="647" actId="1076"/>
        <pc:sldMkLst>
          <pc:docMk/>
          <pc:sldMk cId="905659985" sldId="263"/>
        </pc:sldMkLst>
        <pc:spChg chg="add mod">
          <ac:chgData name="farah ahmed" userId="54d3bbbd9d0676c4" providerId="LiveId" clId="{492C72C8-E416-4530-A2F8-E599A5BE7333}" dt="2026-08-24T07:56:10.282" v="647" actId="1076"/>
          <ac:spMkLst>
            <pc:docMk/>
            <pc:sldMk cId="905659985" sldId="263"/>
            <ac:spMk id="3" creationId="{FAE4C523-25E9-EBBE-F543-A26FA887EB5E}"/>
          </ac:spMkLst>
        </pc:spChg>
        <pc:spChg chg="add mod">
          <ac:chgData name="farah ahmed" userId="54d3bbbd9d0676c4" providerId="LiveId" clId="{492C72C8-E416-4530-A2F8-E599A5BE7333}" dt="2026-08-24T07:55:45.294" v="640" actId="20577"/>
          <ac:spMkLst>
            <pc:docMk/>
            <pc:sldMk cId="905659985" sldId="263"/>
            <ac:spMk id="4" creationId="{EA44B411-E8CA-0E54-9982-32170B76FAD2}"/>
          </ac:spMkLst>
        </pc:spChg>
        <pc:spChg chg="add mod">
          <ac:chgData name="farah ahmed" userId="54d3bbbd9d0676c4" providerId="LiveId" clId="{492C72C8-E416-4530-A2F8-E599A5BE7333}" dt="2026-08-24T07:56:06.033" v="646" actId="14100"/>
          <ac:spMkLst>
            <pc:docMk/>
            <pc:sldMk cId="905659985" sldId="263"/>
            <ac:spMk id="6" creationId="{E8FCA654-4DF5-E77F-C53A-75EE69ECE91B}"/>
          </ac:spMkLst>
        </pc:spChg>
      </pc:sldChg>
      <pc:sldChg chg="addSp modSp new mod ord setBg">
        <pc:chgData name="farah ahmed" userId="54d3bbbd9d0676c4" providerId="LiveId" clId="{492C72C8-E416-4530-A2F8-E599A5BE7333}" dt="2026-08-24T05:53:37.937" v="615" actId="12"/>
        <pc:sldMkLst>
          <pc:docMk/>
          <pc:sldMk cId="2714584914" sldId="264"/>
        </pc:sldMkLst>
        <pc:spChg chg="add mod">
          <ac:chgData name="farah ahmed" userId="54d3bbbd9d0676c4" providerId="LiveId" clId="{492C72C8-E416-4530-A2F8-E599A5BE7333}" dt="2026-08-24T05:48:14.536" v="495" actId="1076"/>
          <ac:spMkLst>
            <pc:docMk/>
            <pc:sldMk cId="2714584914" sldId="264"/>
            <ac:spMk id="3" creationId="{8ECC5BD7-D3F1-9738-70C3-C9BE7B2CE667}"/>
          </ac:spMkLst>
        </pc:spChg>
        <pc:spChg chg="add mod">
          <ac:chgData name="farah ahmed" userId="54d3bbbd9d0676c4" providerId="LiveId" clId="{492C72C8-E416-4530-A2F8-E599A5BE7333}" dt="2026-08-24T05:53:37.937" v="615" actId="12"/>
          <ac:spMkLst>
            <pc:docMk/>
            <pc:sldMk cId="2714584914" sldId="264"/>
            <ac:spMk id="4" creationId="{11F96F78-268B-3AB8-D68A-A9C1D3BF1EF5}"/>
          </ac:spMkLst>
        </pc:spChg>
        <pc:picChg chg="add mod">
          <ac:chgData name="farah ahmed" userId="54d3bbbd9d0676c4" providerId="LiveId" clId="{492C72C8-E416-4530-A2F8-E599A5BE7333}" dt="2026-08-24T05:53:09.366" v="607" actId="1076"/>
          <ac:picMkLst>
            <pc:docMk/>
            <pc:sldMk cId="2714584914" sldId="264"/>
            <ac:picMk id="6" creationId="{4C4382A8-32DD-DDAD-76C6-3D84F219FE9A}"/>
          </ac:picMkLst>
        </pc:picChg>
      </pc:sldChg>
      <pc:sldChg chg="addSp modSp new mod">
        <pc:chgData name="farah ahmed" userId="54d3bbbd9d0676c4" providerId="LiveId" clId="{492C72C8-E416-4530-A2F8-E599A5BE7333}" dt="2026-08-24T07:58:45.831" v="658" actId="693"/>
        <pc:sldMkLst>
          <pc:docMk/>
          <pc:sldMk cId="2694815450" sldId="265"/>
        </pc:sldMkLst>
        <pc:spChg chg="add mod">
          <ac:chgData name="farah ahmed" userId="54d3bbbd9d0676c4" providerId="LiveId" clId="{492C72C8-E416-4530-A2F8-E599A5BE7333}" dt="2026-08-24T07:58:45.831" v="658" actId="693"/>
          <ac:spMkLst>
            <pc:docMk/>
            <pc:sldMk cId="2694815450" sldId="265"/>
            <ac:spMk id="4" creationId="{80BEC96C-52A9-72D0-3A6E-FA4FFC2090CD}"/>
          </ac:spMkLst>
        </pc:spChg>
        <pc:picChg chg="add mod">
          <ac:chgData name="farah ahmed" userId="54d3bbbd9d0676c4" providerId="LiveId" clId="{492C72C8-E416-4530-A2F8-E599A5BE7333}" dt="2026-08-24T07:58:10.643" v="652" actId="1076"/>
          <ac:picMkLst>
            <pc:docMk/>
            <pc:sldMk cId="2694815450" sldId="265"/>
            <ac:picMk id="3" creationId="{A2212CD5-4540-53A6-1A9F-0E8A62E024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3E29-30E3-EE24-B06D-E1DCC939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EBCCB-8019-DF1F-BFA6-8515E37E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9EF35-9A24-0CE6-A751-4C87D9A1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27F75-43E9-635E-6ACF-1190A3B0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68FC9-4B90-C844-9642-EA700D17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8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F2F5-ECDB-3938-1C2C-46BEF68D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312E5-ADC7-3B3C-DCC8-62069EFEF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E7BB-53A8-7DB8-A33A-F01FE72A3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479CF-982F-E57B-104B-E0A8AB40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E2702-9A80-5254-2BC4-0602EDE2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4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B7B68-5D1F-CB25-8568-ACD1BF61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28992-DB62-C5E2-E2F4-66DB6B542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5A280-B9CE-8D72-E393-29783C0E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29D11-A614-3F52-F600-F2724387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2A552-7934-57DA-C37F-6EFB79F1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5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C035-8967-2960-CA2D-4F6C6254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788BA-E6F5-5582-73DF-D647E2EA3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03F21-75B4-012F-4C9A-2A8661581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81A59-ACE8-9A52-5EC8-945329B2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1B40A-46FB-431A-5EB4-C2EFCC48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B30E5-7059-6672-7D9A-15DCEB53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8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A188-ADBA-01D0-0969-F1280EC8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A6E03-149F-CADD-33E7-71730B6DD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F4D2A-1955-65EA-C056-6126EA3E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FBEB2-AF21-FB8F-D689-5296DC445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61810-28CC-4D7C-CAD3-A7575A702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6EDDA-BBD9-F68C-EC13-A501B4CD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A1C6D-B453-7384-4507-1AAA76A1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6D7BE-C3C9-2111-D732-2AF4DA67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9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5C3D-5D77-A0B6-D489-A3BC34864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3E5EE9-54B9-48F2-B5A7-C44C2C330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C977F-93E7-5166-A66A-4B7543D2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5533F-3BBB-7E13-857D-3628CAF9F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4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F9AAB-55DA-F387-F668-6C1C3BC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A7709-8AAE-5C86-4A11-49A0F30D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36B0F-E2DC-E19F-FBEA-6ED5CD5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0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EBDF-EC82-F7A2-9542-519869D6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9E209-14AC-8D8A-739D-1E4123B4C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6758B-E4CC-7505-AA80-289D8F366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C30B3-F6F9-DEEE-703D-8A14D3A2C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E3FB4-6DF3-6546-8735-23694478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101A3-F173-47B4-615A-D93BD3FFC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B542-4804-50D0-99AA-EA350F853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A162F2-D306-FC64-CF84-E56ABE394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BC635-D029-A9BE-0A50-C70CD6247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C870C-6246-D793-ED07-D602E65A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E19DF-4A6D-7EF8-D984-BBFD1C9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D949C-99A2-3FD9-FAC4-593CE6B0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62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D2019-9CC1-453D-18D9-781BC0D9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8324E-5660-070E-5C96-6E6FF7AB5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C9F51-A734-4F2B-DFFE-2304D21A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AB09-D353-D784-82E0-576568FC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00A3D-AA35-1448-6D6E-7CE80A57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4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9372B-D9B9-2A2C-0245-343FEE6A2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DCA01-5E44-D9F6-DBEB-79428887E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9FA68-0C3C-B597-C6D7-6CB71112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A1199-DB8A-D70D-F00E-30F4EE6F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5737A-C50F-DF91-4AFC-927580F7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2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431B7-1AEC-65B0-8463-6038CC707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FA1D0-B50A-A3D2-43E7-5E4234CE1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1D089-5533-2D04-769F-1485DCF50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0CCFB-EC1C-41A9-8878-D67A85C4743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7CCFD-DA09-9D75-8F7D-E4E8F2DE0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E34F7-1E9C-7059-E23F-4630BF9DD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B109D-2C07-4FA9-9FCF-E904694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6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ukragroconsult.com/en/news/indonesia-to-increase-wheat-consumption-and-imports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455F-934E-AC98-50BD-BB0028DA8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b="1" dirty="0"/>
              <a:t>TRADE</a:t>
            </a:r>
          </a:p>
        </p:txBody>
      </p:sp>
    </p:spTree>
    <p:extLst>
      <p:ext uri="{BB962C8B-B14F-4D97-AF65-F5344CB8AC3E}">
        <p14:creationId xmlns:p14="http://schemas.microsoft.com/office/powerpoint/2010/main" val="288448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CC5BD7-D3F1-9738-70C3-C9BE7B2CE667}"/>
              </a:ext>
            </a:extLst>
          </p:cNvPr>
          <p:cNvSpPr txBox="1"/>
          <p:nvPr/>
        </p:nvSpPr>
        <p:spPr>
          <a:xfrm>
            <a:off x="1189703" y="232613"/>
            <a:ext cx="84262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POTENTIAL AREA/S TO CONSIDER within TRADE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96F78-268B-3AB8-D68A-A9C1D3BF1EF5}"/>
              </a:ext>
            </a:extLst>
          </p:cNvPr>
          <p:cNvSpPr txBox="1"/>
          <p:nvPr/>
        </p:nvSpPr>
        <p:spPr>
          <a:xfrm>
            <a:off x="373625" y="1744024"/>
            <a:ext cx="640080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Proof of concept ( Picked staples like top Wheat and Rice importers)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Build a vulnerability score ( only for wheat and Rice importers)-Huge datasets, so adding more would be difficult ( need production data in addition to trade data)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Vulnerability Score = Import Dependency % × Supplier Concentration %</a:t>
            </a:r>
          </a:p>
          <a:p>
            <a:pPr lvl="1"/>
            <a:r>
              <a:rPr lang="en-US" sz="1400" dirty="0"/>
              <a:t>Import Dependency % = Imports / (Domestic Production + Imports − Exports)</a:t>
            </a:r>
            <a:br>
              <a:rPr lang="en-US" sz="1400" dirty="0"/>
            </a:br>
            <a:r>
              <a:rPr lang="en-US" sz="1400" dirty="0"/>
              <a:t>Supplier Concentration % = (Volume from top 3 suppliers) / (Total import volume)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Apply the score across existing top-10 wheat importers + top-10 rice importers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Unsupervised ML:  Cluster (K-means) top wheat importers (and separately, top rice importers) using Import Dependency %, Supplier Concentration %, and Price Volatility as the three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4382A8-32DD-DDAD-76C6-3D84F219F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026" y="2740857"/>
            <a:ext cx="3596952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84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0FD4E5-6226-4ACC-21D1-8ADB983AB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033" y="1153991"/>
            <a:ext cx="7251277" cy="4628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7EE4C4-5F46-54A4-C016-092E61BCCF79}"/>
              </a:ext>
            </a:extLst>
          </p:cNvPr>
          <p:cNvSpPr txBox="1"/>
          <p:nvPr/>
        </p:nvSpPr>
        <p:spPr>
          <a:xfrm>
            <a:off x="1543665" y="28513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WHEAT TOP IMPORTERS</a:t>
            </a:r>
          </a:p>
        </p:txBody>
      </p:sp>
    </p:spTree>
    <p:extLst>
      <p:ext uri="{BB962C8B-B14F-4D97-AF65-F5344CB8AC3E}">
        <p14:creationId xmlns:p14="http://schemas.microsoft.com/office/powerpoint/2010/main" val="1446152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E226D-0F52-A50D-2B0A-51E9045E5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943" y="517907"/>
            <a:ext cx="6386113" cy="5822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09F704-EC28-4C9D-F711-098C07502FFB}"/>
              </a:ext>
            </a:extLst>
          </p:cNvPr>
          <p:cNvSpPr txBox="1"/>
          <p:nvPr/>
        </p:nvSpPr>
        <p:spPr>
          <a:xfrm>
            <a:off x="550607" y="137651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INDONESIA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94D7B-757B-F490-C5CE-99A162750CE3}"/>
              </a:ext>
            </a:extLst>
          </p:cNvPr>
          <p:cNvSpPr txBox="1"/>
          <p:nvPr/>
        </p:nvSpPr>
        <p:spPr>
          <a:xfrm>
            <a:off x="9114503" y="2477332"/>
            <a:ext cx="286118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Identified the dominant traded form for each staple crop (raw grain for wheat, milled product for rice) through volume analysis across all item variants, to avoid double-counting the same crop at different processing stages</a:t>
            </a:r>
          </a:p>
        </p:txBody>
      </p:sp>
    </p:spTree>
    <p:extLst>
      <p:ext uri="{BB962C8B-B14F-4D97-AF65-F5344CB8AC3E}">
        <p14:creationId xmlns:p14="http://schemas.microsoft.com/office/powerpoint/2010/main" val="308895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8402A9-BF23-566D-B1EC-A44DEC1CA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048" y="457753"/>
            <a:ext cx="4997904" cy="62374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05D65D-73DC-27BA-9835-0F0CA8E5AC2E}"/>
              </a:ext>
            </a:extLst>
          </p:cNvPr>
          <p:cNvSpPr txBox="1"/>
          <p:nvPr/>
        </p:nvSpPr>
        <p:spPr>
          <a:xfrm>
            <a:off x="145926" y="959198"/>
            <a:ext cx="3451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INDONESIA WHEAT SUPPLIERS</a:t>
            </a:r>
          </a:p>
        </p:txBody>
      </p:sp>
    </p:spTree>
    <p:extLst>
      <p:ext uri="{BB962C8B-B14F-4D97-AF65-F5344CB8AC3E}">
        <p14:creationId xmlns:p14="http://schemas.microsoft.com/office/powerpoint/2010/main" val="14925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97A525-772B-99D3-D039-BAFE850365EB}"/>
              </a:ext>
            </a:extLst>
          </p:cNvPr>
          <p:cNvSpPr txBox="1"/>
          <p:nvPr/>
        </p:nvSpPr>
        <p:spPr>
          <a:xfrm>
            <a:off x="1543665" y="28513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RICE, MILLED TOP IMPORTERS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81B51-C891-5AE0-90D8-7F350E6AA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4" y="1211386"/>
            <a:ext cx="6400799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7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670C3-39A4-8A19-D83B-934E6C339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76" y="491235"/>
            <a:ext cx="6302286" cy="5875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23F3A-3461-A079-374E-950D040D7AF6}"/>
              </a:ext>
            </a:extLst>
          </p:cNvPr>
          <p:cNvSpPr txBox="1"/>
          <p:nvPr/>
        </p:nvSpPr>
        <p:spPr>
          <a:xfrm>
            <a:off x="550607" y="137651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CHINA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334E9-AD56-9820-DF66-2C73CCEF2990}"/>
              </a:ext>
            </a:extLst>
          </p:cNvPr>
          <p:cNvSpPr txBox="1"/>
          <p:nvPr/>
        </p:nvSpPr>
        <p:spPr>
          <a:xfrm>
            <a:off x="9114503" y="2477332"/>
            <a:ext cx="286118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Identified the dominant traded form for each staple crop (raw grain for wheat, milled product for rice) through volume analysis across all item variants, to avoid double-counting the same crop at different processing stages</a:t>
            </a:r>
          </a:p>
        </p:txBody>
      </p:sp>
    </p:spTree>
    <p:extLst>
      <p:ext uri="{BB962C8B-B14F-4D97-AF65-F5344CB8AC3E}">
        <p14:creationId xmlns:p14="http://schemas.microsoft.com/office/powerpoint/2010/main" val="2945049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40E27-41F2-B26E-B2A4-37E081772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314" y="995849"/>
            <a:ext cx="5230297" cy="4824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B07FF1-6BB2-79A2-DF2E-0F79034558B4}"/>
              </a:ext>
            </a:extLst>
          </p:cNvPr>
          <p:cNvSpPr txBox="1"/>
          <p:nvPr/>
        </p:nvSpPr>
        <p:spPr>
          <a:xfrm>
            <a:off x="145926" y="959198"/>
            <a:ext cx="3451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CHINA RICE SUPPLIERS</a:t>
            </a:r>
          </a:p>
        </p:txBody>
      </p:sp>
    </p:spTree>
    <p:extLst>
      <p:ext uri="{BB962C8B-B14F-4D97-AF65-F5344CB8AC3E}">
        <p14:creationId xmlns:p14="http://schemas.microsoft.com/office/powerpoint/2010/main" val="427600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E4C523-25E9-EBBE-F543-A26FA887EB5E}"/>
              </a:ext>
            </a:extLst>
          </p:cNvPr>
          <p:cNvSpPr txBox="1"/>
          <p:nvPr/>
        </p:nvSpPr>
        <p:spPr>
          <a:xfrm>
            <a:off x="344129" y="409832"/>
            <a:ext cx="7118556" cy="4832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Indonesia + Wheat:</a:t>
            </a:r>
            <a:r>
              <a:rPr lang="en-US" sz="2800" dirty="0"/>
              <a:t> import quantity and value moving in </a:t>
            </a:r>
            <a:r>
              <a:rPr lang="en-US" sz="2800" i="1" dirty="0"/>
              <a:t>opposite</a:t>
            </a:r>
            <a:r>
              <a:rPr lang="en-US" sz="2800" dirty="0"/>
              <a:t> directions during a shock (2022) → genuine structural vulnerability, no domestic alternative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China + Rice:</a:t>
            </a:r>
            <a:r>
              <a:rPr lang="en-US" sz="2800" dirty="0"/>
              <a:t> import quantity and value moving </a:t>
            </a:r>
            <a:r>
              <a:rPr lang="en-US" sz="2800" i="1" dirty="0"/>
              <a:t>together</a:t>
            </a:r>
            <a:r>
              <a:rPr lang="en-US" sz="2800" dirty="0"/>
              <a:t> smoothly over time → flexible, discretionary import behavior backed by strong domestic production capacity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4B411-E8CA-0E54-9982-32170B76FAD2}"/>
              </a:ext>
            </a:extLst>
          </p:cNvPr>
          <p:cNvSpPr txBox="1"/>
          <p:nvPr/>
        </p:nvSpPr>
        <p:spPr>
          <a:xfrm>
            <a:off x="7600336" y="1410106"/>
            <a:ext cx="4424516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</a:t>
            </a:r>
            <a:r>
              <a:rPr lang="en-US" sz="1600" i="1" dirty="0"/>
              <a:t>Independent industry reporting (</a:t>
            </a:r>
            <a:r>
              <a:rPr lang="en-US" sz="1600" i="1" dirty="0" err="1"/>
              <a:t>UkrAgroConsult</a:t>
            </a:r>
            <a:r>
              <a:rPr lang="en-US" sz="1600" i="1" dirty="0"/>
              <a:t>) confirms our FAOSTAT-derived supplier concentration findings and reveals Indonesia has begun actively diversifying, having signed a 2025 MoU to import a minimum 1.0M </a:t>
            </a:r>
            <a:r>
              <a:rPr lang="en-US" sz="1600" i="1" dirty="0" err="1"/>
              <a:t>tonnes</a:t>
            </a:r>
            <a:r>
              <a:rPr lang="en-US" sz="1600" i="1" dirty="0"/>
              <a:t> of US wheat by 2030 , direct evidence that the vulnerability our analysis identifies is already being addressed by industry actors, validating both our methodology and the real-world relevance of supplier concentration as a risk metric."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CA654-4DF5-E77F-C53A-75EE69ECE91B}"/>
              </a:ext>
            </a:extLst>
          </p:cNvPr>
          <p:cNvSpPr txBox="1"/>
          <p:nvPr/>
        </p:nvSpPr>
        <p:spPr>
          <a:xfrm>
            <a:off x="786581" y="5934670"/>
            <a:ext cx="10225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https://ukragroconsult.com/en/news/indonesia-to-increase-wheat-consumption-and-imports/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65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12CD5-4540-53A6-1A9F-0E8A62E02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21" y="923240"/>
            <a:ext cx="6780792" cy="40178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BEC96C-52A9-72D0-3A6E-FA4FFC2090CD}"/>
              </a:ext>
            </a:extLst>
          </p:cNvPr>
          <p:cNvSpPr/>
          <p:nvPr/>
        </p:nvSpPr>
        <p:spPr>
          <a:xfrm>
            <a:off x="2045110" y="3883742"/>
            <a:ext cx="7177548" cy="135685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815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367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TRADE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farah ahmed</dc:creator>
  <cp:lastModifiedBy>farah ahmed</cp:lastModifiedBy>
  <cp:revision>1</cp:revision>
  <dcterms:created xsi:type="dcterms:W3CDTF">2026-08-24T05:24:55Z</dcterms:created>
  <dcterms:modified xsi:type="dcterms:W3CDTF">2026-08-24T07:58:47Z</dcterms:modified>
</cp:coreProperties>
</file>